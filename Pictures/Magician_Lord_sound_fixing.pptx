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-112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03/06/2026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03/06/2026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03/06/2026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03/06/2026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6200000">
            <a:off x="1128713" y="-1128713"/>
            <a:ext cx="6886575" cy="9144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6200000">
            <a:off x="3490227" y="3646677"/>
            <a:ext cx="1227444" cy="4824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ZoneTexte 6"/>
          <p:cNvSpPr txBox="1"/>
          <p:nvPr/>
        </p:nvSpPr>
        <p:spPr>
          <a:xfrm>
            <a:off x="2771800" y="188640"/>
            <a:ext cx="46085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 smtClean="0">
                <a:solidFill>
                  <a:schemeClr val="bg1"/>
                </a:solidFill>
              </a:rPr>
              <a:t>PROG BOARD TOP</a:t>
            </a:r>
            <a:endParaRPr lang="fr-FR" sz="4400" b="1" dirty="0">
              <a:solidFill>
                <a:schemeClr val="bg1"/>
              </a:solidFill>
            </a:endParaRPr>
          </a:p>
        </p:txBody>
      </p:sp>
      <p:sp>
        <p:nvSpPr>
          <p:cNvPr id="8" name="ZoneTexte 7"/>
          <p:cNvSpPr txBox="1"/>
          <p:nvPr/>
        </p:nvSpPr>
        <p:spPr>
          <a:xfrm rot="16200000">
            <a:off x="2791835" y="2760893"/>
            <a:ext cx="792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</a:rPr>
              <a:t>47pF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9" name="ZoneTexte 8"/>
          <p:cNvSpPr txBox="1"/>
          <p:nvPr/>
        </p:nvSpPr>
        <p:spPr>
          <a:xfrm rot="16200000">
            <a:off x="3223884" y="2760893"/>
            <a:ext cx="792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</a:rPr>
              <a:t>47pF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 rot="16200000">
            <a:off x="5528139" y="2832902"/>
            <a:ext cx="792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</a:rPr>
              <a:t>47pF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11" name="ZoneTexte 10"/>
          <p:cNvSpPr txBox="1"/>
          <p:nvPr/>
        </p:nvSpPr>
        <p:spPr>
          <a:xfrm rot="16200000">
            <a:off x="5920117" y="2832902"/>
            <a:ext cx="792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</a:rPr>
              <a:t>47pF</a:t>
            </a:r>
            <a:endParaRPr lang="fr-FR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</Words>
  <Application>Microsoft Office PowerPoint</Application>
  <PresentationFormat>Affichage à l'écran (4:3)</PresentationFormat>
  <Paragraphs>5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Diapositive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BOICHOT</dc:creator>
  <cp:lastModifiedBy>BOICHOT</cp:lastModifiedBy>
  <cp:revision>3</cp:revision>
  <dcterms:created xsi:type="dcterms:W3CDTF">2026-06-03T14:29:55Z</dcterms:created>
  <dcterms:modified xsi:type="dcterms:W3CDTF">2026-06-03T14:35:48Z</dcterms:modified>
</cp:coreProperties>
</file>