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-117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pPr/>
              <a:t>27/06/2026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BOICHOT\Desktop\76d70fe1-3253-4e05-a70d-29213e9a946f.jf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052736"/>
            <a:ext cx="4009869" cy="4608512"/>
          </a:xfrm>
          <a:prstGeom prst="rect">
            <a:avLst/>
          </a:prstGeom>
          <a:noFill/>
        </p:spPr>
      </p:pic>
      <p:pic>
        <p:nvPicPr>
          <p:cNvPr id="1028" name="Picture 4" descr="C:\Users\BOICHOT\Desktop\5f967a45-726c-4fd8-8530-e72e0c7a52c8.jf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64224" y="1052737"/>
            <a:ext cx="5079775" cy="4608512"/>
          </a:xfrm>
          <a:prstGeom prst="rect">
            <a:avLst/>
          </a:prstGeom>
          <a:noFill/>
        </p:spPr>
      </p:pic>
      <p:sp>
        <p:nvSpPr>
          <p:cNvPr id="7" name="ZoneTexte 6"/>
          <p:cNvSpPr txBox="1"/>
          <p:nvPr/>
        </p:nvSpPr>
        <p:spPr>
          <a:xfrm>
            <a:off x="1403648" y="2276872"/>
            <a:ext cx="720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>
                <a:solidFill>
                  <a:srgbClr val="FFFF00"/>
                </a:solidFill>
              </a:rPr>
              <a:t>6.8k</a:t>
            </a:r>
            <a:endParaRPr lang="fr-FR" sz="2400" b="1" dirty="0">
              <a:solidFill>
                <a:srgbClr val="FFFF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1835696" y="1268760"/>
            <a:ext cx="720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>
                <a:solidFill>
                  <a:srgbClr val="FFFF00"/>
                </a:solidFill>
              </a:rPr>
              <a:t>A19</a:t>
            </a:r>
            <a:endParaRPr lang="fr-FR" sz="2400" b="1" dirty="0">
              <a:solidFill>
                <a:srgbClr val="FFFF0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2267744" y="4509120"/>
            <a:ext cx="720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 smtClean="0">
                <a:solidFill>
                  <a:srgbClr val="FFFF00"/>
                </a:solidFill>
              </a:rPr>
              <a:t>Vcc</a:t>
            </a:r>
            <a:endParaRPr lang="fr-FR" sz="2400" b="1" dirty="0">
              <a:solidFill>
                <a:srgbClr val="FFFF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 rot="4067014">
            <a:off x="3476280" y="2468096"/>
            <a:ext cx="2590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>
                <a:solidFill>
                  <a:srgbClr val="FFFF00"/>
                </a:solidFill>
              </a:rPr>
              <a:t>Double </a:t>
            </a:r>
            <a:r>
              <a:rPr lang="fr-FR" sz="2400" b="1" dirty="0" err="1" smtClean="0">
                <a:solidFill>
                  <a:srgbClr val="FFFF00"/>
                </a:solidFill>
              </a:rPr>
              <a:t>bank</a:t>
            </a:r>
            <a:r>
              <a:rPr lang="fr-FR" sz="2400" b="1" dirty="0" smtClean="0">
                <a:solidFill>
                  <a:srgbClr val="FFFF00"/>
                </a:solidFill>
              </a:rPr>
              <a:t> flash</a:t>
            </a:r>
            <a:endParaRPr lang="fr-FR" sz="2400" b="1" dirty="0">
              <a:solidFill>
                <a:srgbClr val="FFFF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2555776" y="2780928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smtClean="0">
                <a:solidFill>
                  <a:srgbClr val="FFFF00"/>
                </a:solidFill>
              </a:rPr>
              <a:t>GND</a:t>
            </a:r>
            <a:endParaRPr lang="fr-FR" sz="2400" b="1" dirty="0">
              <a:solidFill>
                <a:srgbClr val="FFFF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Affichage à l'écran (4:3)</PresentationFormat>
  <Paragraphs>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Diapositive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BOICHOT</dc:creator>
  <cp:lastModifiedBy>BOICHOT</cp:lastModifiedBy>
  <cp:revision>2</cp:revision>
  <dcterms:created xsi:type="dcterms:W3CDTF">2026-06-27T06:17:58Z</dcterms:created>
  <dcterms:modified xsi:type="dcterms:W3CDTF">2026-06-27T06:57:49Z</dcterms:modified>
</cp:coreProperties>
</file>