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BOICHOT\Desktop\76d70fe1-3253-4e05-a70d-29213e9a946f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4009869" cy="4608512"/>
          </a:xfrm>
          <a:prstGeom prst="rect">
            <a:avLst/>
          </a:prstGeom>
          <a:noFill/>
        </p:spPr>
      </p:pic>
      <p:pic>
        <p:nvPicPr>
          <p:cNvPr id="1028" name="Picture 4" descr="C:\Users\BOICHOT\Desktop\5f967a45-726c-4fd8-8530-e72e0c7a52c8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4224" y="1052737"/>
            <a:ext cx="5079775" cy="4608512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1403648" y="227687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FF00"/>
                </a:solidFill>
              </a:rPr>
              <a:t>6.8k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35696" y="126876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FF00"/>
                </a:solidFill>
              </a:rPr>
              <a:t>A19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267744" y="450912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>
                <a:solidFill>
                  <a:srgbClr val="FFFF00"/>
                </a:solidFill>
              </a:rPr>
              <a:t>Vcc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 rot="4067014">
            <a:off x="3476280" y="2468096"/>
            <a:ext cx="2590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FF00"/>
                </a:solidFill>
              </a:rPr>
              <a:t>Double </a:t>
            </a:r>
            <a:r>
              <a:rPr lang="fr-FR" sz="2400" b="1" dirty="0" err="1" smtClean="0">
                <a:solidFill>
                  <a:srgbClr val="FFFF00"/>
                </a:solidFill>
              </a:rPr>
              <a:t>bank</a:t>
            </a:r>
            <a:r>
              <a:rPr lang="fr-FR" sz="2400" b="1" dirty="0" smtClean="0">
                <a:solidFill>
                  <a:srgbClr val="FFFF00"/>
                </a:solidFill>
              </a:rPr>
              <a:t> flash</a:t>
            </a:r>
            <a:endParaRPr lang="fr-FR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Affichage à l'écran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BOICHOT</dc:creator>
  <cp:lastModifiedBy>BOICHOT</cp:lastModifiedBy>
  <cp:revision>1</cp:revision>
  <dcterms:created xsi:type="dcterms:W3CDTF">2026-06-27T06:17:58Z</dcterms:created>
  <dcterms:modified xsi:type="dcterms:W3CDTF">2026-06-27T06:23:01Z</dcterms:modified>
</cp:coreProperties>
</file>